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ahnf1zeMIZ0yzxpp9yJDsoeFy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slide" Target="slides/slide6.xml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Scoping </a:t>
            </a:r>
            <a:r>
              <a:rPr lang="pt-BR"/>
              <a:t>é um método de pesquisa que mapeia sistematicamente a literatura existente para identificar conceitos-chave, teorias, evidências e lacunas em uma área de estudo ampla</a:t>
            </a:r>
            <a:endParaRPr/>
          </a:p>
        </p:txBody>
      </p:sp>
      <p:sp>
        <p:nvSpPr>
          <p:cNvPr id="78" name="Google Shape;7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e83533e4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005CA9"/>
                </a:solidFill>
                <a:latin typeface="Calibri"/>
                <a:ea typeface="Calibri"/>
                <a:cs typeface="Calibri"/>
                <a:sym typeface="Calibri"/>
              </a:rPr>
              <a:t>Scripting </a:t>
            </a:r>
            <a:r>
              <a:rPr lang="pt-BR" sz="1000"/>
              <a:t>é</a:t>
            </a:r>
            <a:r>
              <a:rPr lang="pt-BR"/>
              <a:t> a criação de scripts: pequenos programas ou conjuntos de instruções escritos em linguagens interpretadas (como JavaScript, Python, Bash) para automatizar tarefas repetitivas, controlar aplicações ou manipular dados</a:t>
            </a:r>
            <a:endParaRPr/>
          </a:p>
        </p:txBody>
      </p:sp>
      <p:sp>
        <p:nvSpPr>
          <p:cNvPr id="84" name="Google Shape;84;g3ce83533e48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e83533e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ce83533e4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e83533e48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e83533e4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1_Slide de Título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rgbClr val="37BFF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9"/>
          <p:cNvSpPr txBox="1"/>
          <p:nvPr>
            <p:ph type="title"/>
          </p:nvPr>
        </p:nvSpPr>
        <p:spPr>
          <a:xfrm>
            <a:off x="831850" y="1709738"/>
            <a:ext cx="9048997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" type="body"/>
          </p:nvPr>
        </p:nvSpPr>
        <p:spPr>
          <a:xfrm>
            <a:off x="831850" y="4589463"/>
            <a:ext cx="9048997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Título e Conteúdo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838200" y="365125"/>
            <a:ext cx="930897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839789" y="365125"/>
            <a:ext cx="928075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0" name="Google Shape;5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838200" y="365125"/>
            <a:ext cx="931785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 rot="5400000">
            <a:off x="623678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 rot="5400000">
            <a:off x="1140631" y="-358257"/>
            <a:ext cx="5811838" cy="725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presentation/d/1tnKJcUP9TscTI5l1jz7_1vSmmg6shIjD/edit?usp=sharing&amp;ouid=115202599775724673185&amp;rtpof=true&amp;sd=tru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658675" y="1825625"/>
            <a:ext cx="11112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Atividade: Cada grupo (squad) deve abrir o arquivo Excel de critérios fornecido pelo IST Ambiental e mapear os atributos essenciais para o ranking (ex: massa molecular, tempo de retenção).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Abrir o  "Guia de Endpoints" básico para as APIs PubChem e ChEBI, focando em como buscar compostos por nome ou massa.</a:t>
            </a:r>
            <a:b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Evidência: Lista preliminar de campos que serão cruzados (Sinal Bruto vs. Critério Técnico vs. Dados da API).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1. Alinhamento e Scoping das Fontes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e83533e48_0_6"/>
          <p:cNvSpPr txBox="1"/>
          <p:nvPr>
            <p:ph idx="1" type="body"/>
          </p:nvPr>
        </p:nvSpPr>
        <p:spPr>
          <a:xfrm>
            <a:off x="658675" y="1825625"/>
            <a:ext cx="11112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Atividade: Utilizando Linguagem desejada(Python) (Anaconda/VSCode) devem desenvolver scripts para: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Ler o arquivo Excel de critérios usando a biblioteca pandas.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Realizar requisições (Requests) às APIs públicas citadas para capturar a ontologia e taxonomia química (espécie, gênero, reino)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Foco na Competência: Especificar requisitos de dados e avaliar a necessidade de pré-processamento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g3ce83533e48_0_6"/>
          <p:cNvSpPr txBox="1"/>
          <p:nvPr>
            <p:ph type="title"/>
          </p:nvPr>
        </p:nvSpPr>
        <p:spPr>
          <a:xfrm>
            <a:off x="838200" y="365125"/>
            <a:ext cx="10700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2. Hands-on: Extração e Scripting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e83533e48_0_0"/>
          <p:cNvSpPr txBox="1"/>
          <p:nvPr>
            <p:ph idx="1" type="body"/>
          </p:nvPr>
        </p:nvSpPr>
        <p:spPr>
          <a:xfrm>
            <a:off x="583050" y="1690825"/>
            <a:ext cx="11025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30303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Atividade: Com os dados extraídos "na mão", os grupos deve desenhar o Mapa Lógico (que ja foi entregue) e o Schema do Banco de Dados Unificado</a:t>
            </a:r>
            <a:endParaRPr sz="3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Instrução Técnica: Como estamos integrando BD II, os alunos devem definir chaves primárias e estrangeiras que permitam unir a telemetria do IST com as descrições da PubChem de forma íntegra</a:t>
            </a:r>
            <a:endParaRPr sz="3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Ferramenta:  software de modelagem (brModelo/DBeaver)</a:t>
            </a:r>
            <a:endParaRPr sz="3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g3ce83533e48_0_0"/>
          <p:cNvSpPr txBox="1"/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3. </a:t>
            </a:r>
            <a:r>
              <a:rPr lang="pt-BR"/>
              <a:t>Modelagem Lógica e Schema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e83533e48_0_11"/>
          <p:cNvSpPr txBox="1"/>
          <p:nvPr>
            <p:ph type="title"/>
          </p:nvPr>
        </p:nvSpPr>
        <p:spPr>
          <a:xfrm>
            <a:off x="1164300" y="2011350"/>
            <a:ext cx="9863400" cy="2835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GUIA APIS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1"/>
          <p:cNvSpPr txBox="1"/>
          <p:nvPr/>
        </p:nvSpPr>
        <p:spPr>
          <a:xfrm>
            <a:off x="5690108" y="4112547"/>
            <a:ext cx="1389508" cy="492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3210 4567</a:t>
            </a:r>
            <a:endParaRPr/>
          </a:p>
        </p:txBody>
      </p:sp>
      <p:pic>
        <p:nvPicPr>
          <p:cNvPr descr="Desenho de um círculo&#10;&#10;Descrição gerada automaticamente com confiança média" id="105" name="Google Shape;10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2457" y="4234824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3043098" y="3620344"/>
            <a:ext cx="6105803" cy="492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profa Milena Veiga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2019-05-13T19:17:28Z</dcterms:created>
  <dc:creator>GUSTAVO CAMPOS BARBOSA</dc:creator>
</cp:coreProperties>
</file>